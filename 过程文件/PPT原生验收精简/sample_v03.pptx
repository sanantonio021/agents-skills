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203040"/>
                </a:solidFill>
                <a:latin typeface="Microsoft YaHei"/>
              </a:defRPr>
            </a:pPr>
            <a:r>
              <a:t>PowerPoint 原生验收样例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03040"/>
                </a:solidFill>
                <a:latin typeface="Microsoft YaHei"/>
              </a:defRPr>
            </a:pPr>
            <a:r>
              <a:t>临时合成样本：中文、图片与单位标注</a:t>
            </a:r>
          </a:p>
        </p:txBody>
      </p:sp>
      <p:pic>
        <p:nvPicPr>
          <p:cNvPr id="4" name="Picture 3" descr="sample-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768096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32520" y="2560320"/>
            <a:ext cx="2743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03040"/>
                </a:solidFill>
                <a:latin typeface="Microsoft YaHei"/>
              </a:defRPr>
            </a:pPr>
            <a:r>
              <a:t>检查内容</a:t>
            </a:r>
          </a:p>
          <a:p>
            <a:pPr>
              <a:defRPr sz="2000">
                <a:solidFill>
                  <a:srgbClr val="203040"/>
                </a:solidFill>
                <a:latin typeface="Microsoft YaHei"/>
              </a:defRPr>
            </a:pPr>
            <a:r>
              <a:t>文字未裁切</a:t>
            </a:r>
          </a:p>
          <a:p>
            <a:pPr>
              <a:defRPr sz="2000">
                <a:solidFill>
                  <a:srgbClr val="203040"/>
                </a:solidFill>
                <a:latin typeface="Microsoft YaHei"/>
              </a:defRPr>
            </a:pPr>
            <a:r>
              <a:t>图片完整</a:t>
            </a:r>
          </a:p>
          <a:p>
            <a:pPr>
              <a:defRPr sz="2000">
                <a:solidFill>
                  <a:srgbClr val="203040"/>
                </a:solidFill>
                <a:latin typeface="Microsoft YaHei"/>
              </a:defRPr>
            </a:pPr>
            <a:r>
              <a:t>源文件保持不变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203040"/>
                </a:solidFill>
                <a:latin typeface="Microsoft YaHei"/>
              </a:defRPr>
            </a:pPr>
            <a:r>
              <a:t>原生表格与后续编辑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03040"/>
                </a:solidFill>
                <a:latin typeface="Microsoft YaHei"/>
              </a:defRPr>
            </a:pPr>
            <a:r>
              <a:t>以下数值只用于校验排版，均为虚构测试数据。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423160"/>
          <a:ext cx="10515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60070">
                <a:tc>
                  <a:txBody>
                    <a:bodyPr/>
                    <a:lstStyle/>
                    <a:p>
                      <a:pPr>
                        <a:defRPr sz="2200">
                          <a:latin typeface="Microsoft YaHei"/>
                        </a:defRPr>
                      </a:pPr>
                      <a:r>
                        <a:t>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>
                          <a:latin typeface="Microsoft YaHei"/>
                        </a:defRPr>
                      </a:pPr>
                      <a:r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>
                          <a:latin typeface="Microsoft YaHei"/>
                        </a:defRPr>
                      </a:pPr>
                      <a:r>
                        <a:t>设定功率 (dBm)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2200">
                          <a:latin typeface="Microsoft YaHei"/>
                        </a:defRPr>
                      </a:pPr>
                      <a:r>
                        <a:t>方案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>
                          <a:latin typeface="Microsoft YaHei"/>
                        </a:defRPr>
                      </a:pPr>
                      <a:r>
                        <a:t>-10.00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2200">
                          <a:latin typeface="Microsoft YaHei"/>
                        </a:defRPr>
                      </a:pPr>
                      <a:r>
                        <a:t>方案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>
                          <a:latin typeface="Microsoft YaHei"/>
                        </a:defRPr>
                      </a:pPr>
                      <a:r>
                        <a:t>-8.50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2200">
                          <a:latin typeface="Microsoft YaHei"/>
                        </a:defRPr>
                      </a:pPr>
                      <a:r>
                        <a:t>方案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>
                          <a:latin typeface="Microsoft YaHei"/>
                        </a:defRPr>
                      </a:pPr>
                      <a:r>
                        <a:t>-12.00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166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03040"/>
                </a:solidFill>
                <a:latin typeface="Microsoft YaHei"/>
              </a:defRPr>
            </a:pPr>
            <a:r>
              <a:t>交付检查：结构 → PowerPoint 打开与导出 → 逐页查看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