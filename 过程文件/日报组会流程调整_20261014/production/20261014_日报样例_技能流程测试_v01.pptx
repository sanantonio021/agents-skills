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  <a:p>
            <a:r>
              <a:t>方案修订，下一步低功率测通</a:t>
            </a:r>
          </a:p>
          <a:p>
            <a:r>
              <a:t>用户指定 input/switch.png；方案连接图，非测量结果。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  <a:p>
            <a:r>
              <a:t>2026-10-12 仿真；本期分析证据</a:t>
            </a:r>
          </a:p>
          <a:p>
            <a:r>
              <a:t>用户指定 input/phase-noise.png；2026-10-12 仿真。日期与符号率依据用户说明。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技能流程测试；隔离制作样例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今日工作总览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11430000" cy="470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</a:pPr>
            <a:r>
              <a:rPr sz="2200" b="1">
                <a:solidFill>
                  <a:srgbClr val="263344"/>
                </a:solidFill>
                <a:latin typeface="微软雅黑"/>
                <a:ea typeface="微软雅黑"/>
              </a:rPr>
              <a:t>1. 太赫兹双向通信：</a:t>
            </a: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修订低功率测通方案，先检查接收 IF 频谱，再换接 ADC，两种连接分开进行。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63344"/>
                </a:solidFill>
                <a:latin typeface="微软雅黑"/>
                <a:ea typeface="微软雅黑"/>
              </a:rPr>
              <a:t>2. 机载通信方案：</a:t>
            </a: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分析 750 MBaud 仿真中的换源损失，16QAM 对频率源相噪更敏感，低 BER 处损失增大。</a:t>
            </a:r>
          </a:p>
        </p:txBody>
      </p:sp>
      <p:sp>
        <p:nvSpPr>
          <p:cNvPr id="5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太赫兹双向通信</a:t>
            </a:r>
            <a:r>
              <a:rPr sz="2800" b="0">
                <a:solidFill>
                  <a:srgbClr val="000000"/>
                </a:solidFill>
                <a:latin typeface="微软雅黑"/>
                <a:ea typeface="微软雅黑"/>
              </a:rPr>
              <a:t>   低功率测通方案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999" cy="464515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868680"/>
            <a:ext cx="12191999" cy="4645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2060"/>
                </a:solidFill>
                <a:latin typeface="微软雅黑"/>
                <a:ea typeface="微软雅黑"/>
              </a:rPr>
              <a:t>先检查接收 IF 频谱，再换接 ADC；两种连接分开进行。</a:t>
            </a:r>
          </a:p>
        </p:txBody>
      </p:sp>
      <p:pic>
        <p:nvPicPr>
          <p:cNvPr id="6" name="Research image: switch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40679"/>
            <a:ext cx="11548872" cy="1325280"/>
          </a:xfrm>
          <a:prstGeom prst="rect">
            <a:avLst/>
          </a:prstGeom>
        </p:spPr>
      </p:pic>
      <p:sp>
        <p:nvSpPr>
          <p:cNvPr id="7" name="Source"/>
          <p:cNvSpPr txBox="1"/>
          <p:nvPr/>
        </p:nvSpPr>
        <p:spPr>
          <a:xfrm>
            <a:off x="320040" y="5797296"/>
            <a:ext cx="1154887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263344"/>
                </a:solidFill>
                <a:latin typeface="微软雅黑"/>
                <a:ea typeface="微软雅黑"/>
              </a:rPr>
              <a:t>方案连接图：虚线表示测量后的换接顺序。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机载通信方案</a:t>
            </a:r>
            <a:r>
              <a:rPr sz="2800" b="0">
                <a:solidFill>
                  <a:srgbClr val="000000"/>
                </a:solidFill>
                <a:latin typeface="微软雅黑"/>
                <a:ea typeface="微软雅黑"/>
              </a:rPr>
              <a:t>   750 MBaud 换源损失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868680"/>
            <a:ext cx="12191999" cy="464515"/>
          </a:xfrm>
          <a:prstGeom prst="rect">
            <a:avLst/>
          </a:prstGeom>
          <a:solidFill>
            <a:srgbClr val="FF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868680"/>
            <a:ext cx="12191999" cy="4645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02060"/>
                </a:solidFill>
                <a:latin typeface="微软雅黑"/>
                <a:ea typeface="微软雅黑"/>
              </a:rPr>
              <a:t>仿真中 16QAM 对频率源相噪更敏感，低 BER 处换源损失增大。</a:t>
            </a:r>
          </a:p>
        </p:txBody>
      </p:sp>
      <p:pic>
        <p:nvPicPr>
          <p:cNvPr id="6" name="Research image: phase-noise.png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1008" y="1508760"/>
            <a:ext cx="8966935" cy="4434840"/>
          </a:xfrm>
          <a:prstGeom prst="rect">
            <a:avLst/>
          </a:prstGeom>
        </p:spPr>
      </p:pic>
      <p:sp>
        <p:nvSpPr>
          <p:cNvPr id="7" name="Source"/>
          <p:cNvSpPr txBox="1"/>
          <p:nvPr/>
        </p:nvSpPr>
        <p:spPr>
          <a:xfrm>
            <a:off x="320040" y="5980176"/>
            <a:ext cx="115488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344"/>
                </a:solidFill>
                <a:latin typeface="微软雅黑"/>
                <a:ea typeface="微软雅黑"/>
              </a:rPr>
              <a:t>750 MBaud｜2026-10-12 仿真，本期分析｜相对 E8257D 标准比较</a:t>
            </a:r>
          </a:p>
        </p:txBody>
      </p:sp>
      <p:sp>
        <p:nvSpPr>
          <p:cNvPr id="8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07745"/>
            <a:ext cx="12191999" cy="142646"/>
          </a:xfrm>
          <a:prstGeom prst="rect">
            <a:avLst/>
          </a:prstGeom>
          <a:solidFill>
            <a:srgbClr val="0B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91440" y="36576"/>
            <a:ext cx="119329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000000"/>
                </a:solidFill>
                <a:latin typeface="微软雅黑"/>
                <a:ea typeface="微软雅黑"/>
              </a:rPr>
              <a:t>下一步工作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508760"/>
            <a:ext cx="11430000" cy="4709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1. 按双向方案低功率测通。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>
                <a:solidFill>
                  <a:srgbClr val="263344"/>
                </a:solidFill>
                <a:latin typeface="微软雅黑"/>
                <a:ea typeface="微软雅黑"/>
              </a:rPr>
              <a:t>2. 结合相噪仿真比较候选频率源。</a:t>
            </a:r>
          </a:p>
        </p:txBody>
      </p:sp>
      <p:sp>
        <p:nvSpPr>
          <p:cNvPr id="5" name="Footnote"/>
          <p:cNvSpPr txBox="1"/>
          <p:nvPr/>
        </p:nvSpPr>
        <p:spPr>
          <a:xfrm>
            <a:off x="320040" y="6510528"/>
            <a:ext cx="4572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6B7280"/>
                </a:solidFill>
                <a:latin typeface="微软雅黑"/>
              </a:rPr>
              <a:t>技能流程测试｜日报样例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