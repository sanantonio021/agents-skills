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方案修订，下一步低功率测通</a:t>
            </a:r>
          </a:p>
          <a:p>
            <a:r>
              <a:t>用户指定 input/switch.png；方案连接图，非测量结果。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2026-10-12 仿真；本期分析证据</a:t>
            </a:r>
          </a:p>
          <a:p>
            <a:r>
              <a:t>用户指定 input/phase-noise.png；2026-10-12 仿真。日期与符号率依据用户说明。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今日工作总览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1. 太赫兹双向通信：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修订低功率测通方案，先检查接收 IF 频谱，再换接 ADC，两种连接分开进行。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2. 机载通信方案：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分析 750 MBaud 仿真中的换源损失，16QAM 对频率源相噪更敏感，低 BER 处损失增大。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太赫兹双向通信</a:t>
            </a:r>
            <a:r>
              <a:rPr sz="2800" b="0">
                <a:solidFill>
                  <a:srgbClr val="000000"/>
                </a:solidFill>
                <a:latin typeface="微软雅黑"/>
                <a:ea typeface="微软雅黑"/>
              </a:rPr>
              <a:t>   低功率测通方案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先检查接收 IF 频谱，再换接 ADC；两种连接分开进行。</a:t>
            </a:r>
          </a:p>
        </p:txBody>
      </p:sp>
      <p:pic>
        <p:nvPicPr>
          <p:cNvPr id="6" name="Research image: switch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40679"/>
            <a:ext cx="11548872" cy="1325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797296"/>
            <a:ext cx="115488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63344"/>
                </a:solidFill>
                <a:latin typeface="微软雅黑"/>
                <a:ea typeface="微软雅黑"/>
              </a:rPr>
              <a:t>方案连接图：虚线表示测量后的换接顺序。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机载通信方案</a:t>
            </a:r>
            <a:r>
              <a:rPr sz="2800" b="0">
                <a:solidFill>
                  <a:srgbClr val="000000"/>
                </a:solidFill>
                <a:latin typeface="微软雅黑"/>
                <a:ea typeface="微软雅黑"/>
              </a:rPr>
              <a:t>   750 MBaud 换源损失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仿真中 16QAM 对频率源相噪更敏感，低 BER 处换源损失增大。</a:t>
            </a:r>
          </a:p>
        </p:txBody>
      </p:sp>
      <p:pic>
        <p:nvPicPr>
          <p:cNvPr id="6" name="Research image: phase-nois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008" y="1508760"/>
            <a:ext cx="8966935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980176"/>
            <a:ext cx="115488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4"/>
                </a:solidFill>
                <a:latin typeface="微软雅黑"/>
                <a:ea typeface="微软雅黑"/>
              </a:rPr>
              <a:t>750 MBaud｜2026-10-12 仿真，本期分析｜相对 E8257D 标准比较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下一步工作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1. 按双向方案低功率测通。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2. 结合相噪仿真比较候选频率源。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